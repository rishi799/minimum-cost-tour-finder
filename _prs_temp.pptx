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</a:rPr>
              <a:t>MINIMUM COST TOUR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9688"/>
                </a:solidFill>
              </a:rPr>
              <a:t>For Multi-City Travel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3657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</a:rPr>
              <a:t>Design and Analysis of Algorithms  |  CD343AI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</a:rPr>
              <a:t>Department of Artificial Intelligence and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6E"/>
                </a:solidFill>
              </a:rPr>
              <a:t>Rhea Parthiban   |   Rishi Agarwal   |   Rangappagari John Niranjan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</a:rPr>
              <a:t>1RV24CI097   |   1RV24CI099   |   1RV24CI096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00 -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618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Introduction &amp; Relevance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126187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Problem Statement &amp; Objectives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420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Branch and Bound Algorithm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25420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Held-Karp Algorithm (DP)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2219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Christofides Approximation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56616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382219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Experimental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19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46319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377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10235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Comparative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846319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846319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3775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5102351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01 -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The Route Optimisation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217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Modern logistics and transportation systems require efficient route planning across complex multi-city networks involving hundreds of interconnected nodes.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The Travelling Salesman Problem (TSP) is a fundamental combinatorial optimisation problem: find the shortest tour visiting every city exactly once and returning to the start.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Applications span delivery networks, airline scheduling, ride-sharing platforms, supply-chain management, and AI-based navigation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Implemented &amp; compared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TEST SIZES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5 to 14 cities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N!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BRUTE FORCE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Factorial complexity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&lt;1s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APPROX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Christofides speed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621792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4864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445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PROJECT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Comparative implementation and benchmarking of three major TSP algorithms - Branch and Bound, Held-Karp, and Christofides - covering exact and approximation paradigms to analyse trade-offs between optimality, speed, and scalability.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02 -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Defining 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</a:rPr>
              <a:t>Given N cities and a pairwise distance matrix D, find the minimum-cost Hamiltonian cycle visiting every city exactly once and returning to the origin.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35661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Brute Force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O(N!) time complexity makes it infeasible beyond ~10 cities. No pruning or intelligence.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10312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103120"/>
            <a:ext cx="35661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Exact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06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Guarantee optimal solutions but suffer exponential worst-case time as N grows.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103120"/>
            <a:ext cx="35661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103120"/>
            <a:ext cx="35661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2402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Approximations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606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Trade optimality for speed. Near-optimal in polynomial time but sacrifice precision.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1A2E"/>
                </a:solidFill>
              </a:rPr>
              <a:t>Project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51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Implement Branch and Bound for exact optimisation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Implement Held-Karp algorithm using dynamic programming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Implement Christofides algorithm for efficient approximation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Compare execution time, accuracy, and scalability across all three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Analyse trade-offs between exact and approximation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03 - BRANCH AND 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Exact Optimisation via Search Tree Pruning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Systematically explores all possible tours as a search tree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Each node represents a partial tour; branches add the next city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Lower bound calculated at each node using minimum edge costs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Branches exceeding current best cost are pruned immediately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Guarantees the globally optimal (exact) solution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Uses recursive DFS with nonlocal best-cost tracker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O(N!)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Worst-case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O(N)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Recursion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MAX CITIES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Practical limit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3.6s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AT 12 NODES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Execution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1133856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4864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445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PERFORMANCE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5 nodes: 0.00012s | 8 nodes: 0.00477s | 10 nodes: 0.06930s | 12 nodes: 3.59814s | 14 nodes: SKIPPED (too slow). Pruning helps but factorial growth dominates.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04 - HELD-KARP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Dynamic Programming with Bitmask Memoisation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Uses bitmask to represent subsets of visited cities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State: dp[node][visited_mask] = min cost reaching node after mask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Memoisation eliminates redundant overlapping sub-problems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After filling all states, back-tracks to reconstruct optimal path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Delivers exact optimal tour identical to Branch and Bound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6B6B6B"/>
                </a:solidFill>
              </a:rPr>
              <a:t>  &gt;  Dramatically faster than B&amp;B due to subproblem reuse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O(2^N*N^2)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Exponential but tractable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O(2^N*N)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91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65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Memo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MAX CITIES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Memory limited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651760"/>
            <a:ext cx="2194560" cy="146304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65176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880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1A2E"/>
                </a:solidFill>
              </a:rPr>
              <a:t>0.31s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</a:rPr>
              <a:t>AT 14 NODES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Execution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1133856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4864" cy="1188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445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PERFORMANCE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46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5 nodes: 0.00006s | 8 nodes: 0.00190s | 10 nodes: 0.00820s | 12 nodes: 0.06358s | 14 nodes: 0.31274s. Consistently the fastest exact method across all test sizes.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